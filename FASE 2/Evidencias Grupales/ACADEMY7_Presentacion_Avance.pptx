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860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F2860"/>
                </a:solidFill>
                <a:latin typeface="Calibri"/>
              </a:rPr>
              <a:t>Puntos de historia por Sprint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0E8A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8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  <c:pt idx="3">
                    <c:v>Sprint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21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8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segunda entrega. Recordar brevemente que en la Fase 1 se definió el proyecto y que ahora se muestra el avance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primera presentación: allí se definió el problema, los objetivos y el plan. Hoy el foco es el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backlog tiene 12 historias estimadas en 65 puntos. La estimación es inicial y se ajusta en cada Sprint según el avance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tomados del Product Backlog inicial; el documento contiene 12 historias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de los diez requerimientos funcionales del documento (RF01 a RF10).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requerimientos no funcionales del documento de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Sprint deja un incremento revisable. Hoy el trabajo se concentra en completar las vistas por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clave: la vista docente funciona bien y está conectada a la base de datos; estudiante y apoderado son el foco de desarrollo. Aquí conviene mostrar capturas o una demo de la vista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 como parte de la evolución del proyecto: se identificó y se resolvió con una nueva base de datos conectada.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objetivo es tener una demostración funcional con todas las vistas y luego pasar a pruebas y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TÍTULO  ·  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Académica: presentación de avance bajo metodología Scrum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Hernández  ·  Mariano Lobos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Duoc UC San Joaquín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definición al avance real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28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Definición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375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el problema: instituciones pequeñas usan libros de clase físicos, con retrasos y riesgo de pérdida de información.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28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9087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· Avance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3375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ya tiene nombre, ACADEMY7, y se desarrolla en Sprints a partir de un backlog priorizado.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456432" cy="420624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18745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F28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1306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513064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mostramos hoy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13064" y="33375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Scrum, el estado real de cada vista y el plan para completar la plataforma.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organizamos el trabajo con Scrum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F286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55448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F286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2316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historia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F286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9768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planificados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5661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1 a 2 semanas con historias tomadas del backlog.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Mariano: backend y base de datos. Alex: diseño y frontend.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historia implementada, integrada a su vista y conectada a la base de datos cuando corresponde.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09360" y="1554480"/>
          <a:ext cx="5349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historias de usuario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828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596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usuario, quiero iniciar sesión para acceder a las funciones correspondientes a mi perfil.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7356" y="155448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7396" y="1828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7396" y="1828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94676" y="1828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94676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97396" y="2377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estudiante/apoderado, quiero consultar calificaciones para conocer el rendimiento académico.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114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114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65960" y="4114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96596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docente, quiero visualizar mi horario para conocer cuándo y dónde realizo mis clases.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7356" y="3840480"/>
            <a:ext cx="5362956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97396" y="4114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97396" y="41148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94676" y="4114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94676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97396" y="4663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estudiante, quiero consultar mis evaluaciones para conocer las actividades académicas programadas.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requerimientos funcionales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783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de usuarios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 el acceso mediante credenciales y diferenciar el tipo de usuario.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1783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45152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50992" y="1783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perfiles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mostrar funcionalidades de acuerdo con el perfil del usuario.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3024" y="1554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7344" y="1783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67344" y="1783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1783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Calificaciones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 consultar y gestionar calificaciones.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069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069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069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 registrar y consultar asistencia.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70832" y="3840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4069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45152" y="4069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50992" y="4069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 docente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permitir al docente visualizar el horario correspondiente a sus clases.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93024" y="384048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67344" y="40690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67344" y="40690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473184" y="40690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evaluaciones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67344" y="4572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mostrar las fechas de evaluaciones asociadas al calendario académico.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no funcionales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69364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F286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693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554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554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académica debe ser accesible únicamente a usuarios autorizados.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65633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F28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6563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441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4144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debe ser clara e intuitiva para los distintos perfiles.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5433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F28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5433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32841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web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32841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debe poder utilizarse desde un navegador web.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15384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43026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F286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4302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2153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 de información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21538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registrada debe mantenerse centralizada y disponible para su consulta.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102352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317236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F286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3172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51023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Respaldo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51023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debe considerar mecanismos de respaldo de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Sprints: un incremento a la vez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del sistema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perfiles y estructura inicial de las vistas.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HU01–HU03 · 16 pts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92424" y="155448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6744" y="18288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66744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académica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154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Calificaciones, asistencia, observaciones y vista docente.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HU04–HU07 · 21 pts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6208" y="155448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18288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0528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académica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3154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docente, calendario de evaluaciones y vista estudiante.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HU08–HU10 · 18 pts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79992" y="1554480"/>
            <a:ext cx="2560320" cy="3749040"/>
          </a:xfrm>
          <a:prstGeom prst="roundRect">
            <a:avLst>
              <a:gd name="adj" fmla="val 428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54312" y="182880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0E8A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54312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54312" y="31546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Notificaciones, reportes y ajustes de integración.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54312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HU11–HU12 · 10 pts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actual del equipo: completar las vistas de docente, estudiante y apoderado.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avance: una vista sólida, dos por completar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F286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AVANZADA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docente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con la base de datos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204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vista con mayor desarrollo del proyecto.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clases, horario y calendario de evaluaciones.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de referencia de diseño y datos para las demás vistas.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5605272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828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estudiante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completar: consulta de calificaciones, asistencia, observaciones y evaluaciones (HU04–HU06, HU10).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3931920"/>
            <a:ext cx="5605272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42062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apoderado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754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completar: consulta de la información académica del estudiante asociado (HU04–HU06).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una dificultad superada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ACADEMY7  |  Portafolio de Título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diferenciadas por tipo de usuario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03120"/>
            <a:ext cx="405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2599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05479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05479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según credenciales y perfil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91479" y="2103120"/>
            <a:ext cx="405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96558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79438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aplicación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79438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y funcionalidades del sistema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65438" y="2103120"/>
            <a:ext cx="405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170518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F286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53398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353398" y="2194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académica centralizada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1091672" cy="237744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023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 y decisión técnica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89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Alcanzamos el límite diario de escritura de Firebase. El equipo creó y conectó una nueva base de datos y continuó el desarrollo.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 hacia la Fase 3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las vistas de estudiante y apoderado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011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al resto de los perfiles la calidad de la vista docente.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777240" cy="77724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51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y reportes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108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reportes asociados a la actividad académica (Sprint 4).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777240" cy="77724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49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y ajustes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todas las vistas con la base de datos y pulir el flujo principal.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777240" cy="777240"/>
          </a:xfrm>
          <a:prstGeom prst="ellipse">
            <a:avLst/>
          </a:prstGeom>
          <a:solidFill>
            <a:srgbClr val="0E8A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Rumbo a la Fase 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303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piloto con la institución e informe técnico final.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8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725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 GRACIAS POR LA ATENCIÓN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ACADEMY7 - Presentación de Avance</dc:title>
  <dc:subject>PptxGenJS Presentation</dc:subject>
  <dc:creator>PptxGenJS</dc:creator>
  <cp:lastModifiedBy>PptxGenJS</cp:lastModifiedBy>
  <cp:revision>1</cp:revision>
  <dcterms:created xsi:type="dcterms:W3CDTF">2026-10-09T01:24:51Z</dcterms:created>
  <dcterms:modified xsi:type="dcterms:W3CDTF">2026-10-09T01:24:51Z</dcterms:modified>
</cp:coreProperties>
</file>